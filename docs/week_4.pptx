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07" d="100"/>
          <a:sy n="107" d="100"/>
        </p:scale>
        <p:origin x="1280" y="4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09C8CA-D882-97AF-8A4D-461C05C3E2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A86FE0-C8CC-99C9-5C4F-D5DBF89B97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75F102-AC52-F83A-DA12-51E9E459D2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2164D-1738-A843-BA2E-DC49C5DAC051}" type="datetimeFigureOut">
              <a:rPr lang="en-US" smtClean="0"/>
              <a:t>4/24/26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858AE8-FF4E-ABBD-06A6-A7B7F3A6EF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1989C2-31AA-0BB3-8DD2-6F18FA7CC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88F7D-86FB-6C4C-A8B5-DAB2B58C8D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90605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D10FE4-9C66-F50E-2085-4D0FAD315A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CFCF26-43FA-3282-EE6F-B305A4BBE9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DCEFD4-4BE7-5517-6F10-656C19ED8E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2164D-1738-A843-BA2E-DC49C5DAC051}" type="datetimeFigureOut">
              <a:rPr lang="en-US" smtClean="0"/>
              <a:t>4/24/26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605118-F4C2-F537-888D-91B7C5BBD5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8E0187-A4C3-855A-02AB-B725652400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88F7D-86FB-6C4C-A8B5-DAB2B58C8D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80480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DC3FCE-8C75-5C94-1A58-C22EB74E72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9BC0DC-93E8-B206-8FB9-896BEA86CA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8B9668-2684-92FC-9621-ECB09173A8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2164D-1738-A843-BA2E-DC49C5DAC051}" type="datetimeFigureOut">
              <a:rPr lang="en-US" smtClean="0"/>
              <a:t>4/24/26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8F8BAB-DDF2-3507-BFD1-B2864998A4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13758C-6757-3B11-631F-D4A616316E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88F7D-86FB-6C4C-A8B5-DAB2B58C8D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05072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4D5FCF-107D-5B7B-0E58-4EA686703B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457E34-D633-CEB3-541D-97CE37A2E2A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082BE8-7E4C-B577-BE6F-F698E0A83A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D1CD69-745B-458E-D64F-F70A0FD107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2164D-1738-A843-BA2E-DC49C5DAC051}" type="datetimeFigureOut">
              <a:rPr lang="en-US" smtClean="0"/>
              <a:t>4/24/26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F48F9A-51EC-2DD4-AE7A-4F47FCCF24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90608D-FD37-E7ED-F606-06C25A4B33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88F7D-86FB-6C4C-A8B5-DAB2B58C8D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46888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8FC19B-8FEB-34AB-0FA2-97E2830EDD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5E1A8F-AE98-6E6F-66BD-51C30F2130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19E7E6-15C2-34A9-1BDC-92EF2850B1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45B223C-19A3-E0CB-2C48-5975E647408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F9E84AE-3BEC-A10C-1B64-0191819BC73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90219E8-B780-481C-8E8D-EF5C8ADF40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2164D-1738-A843-BA2E-DC49C5DAC051}" type="datetimeFigureOut">
              <a:rPr lang="en-US" smtClean="0"/>
              <a:t>4/24/26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457467E-6930-B687-9DDC-C2B3AAB40E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D62F8FC-A304-1F32-D712-6967697DAC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88F7D-86FB-6C4C-A8B5-DAB2B58C8D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3692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378D41-588B-6B71-EE5B-BCA7B40B35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EEDC57-D67C-A0EF-A148-0FD555E0E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2164D-1738-A843-BA2E-DC49C5DAC051}" type="datetimeFigureOut">
              <a:rPr lang="en-US" smtClean="0"/>
              <a:t>4/24/26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FAA1A4-D943-D2F1-DE59-1407015780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1229AC-8A12-2A2F-B934-96BEA4D6ED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88F7D-86FB-6C4C-A8B5-DAB2B58C8D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73902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EE7582B-B8AC-4282-6298-96EBD0D3C3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2164D-1738-A843-BA2E-DC49C5DAC051}" type="datetimeFigureOut">
              <a:rPr lang="en-US" smtClean="0"/>
              <a:t>4/24/26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0BA88BA-2ACC-CC99-1287-BEA2B1EFD4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04EB4B-47B5-A8A6-9717-90731D4307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88F7D-86FB-6C4C-A8B5-DAB2B58C8D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92582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53FB6F-AAE5-B39C-56AD-453E5D2B0A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31E995-348A-8650-25A0-81BAAB1BAB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5CE6D0-3C7D-9516-AFC7-CADD47FF31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954445-EF0E-FEE1-7C7A-A14483F239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2164D-1738-A843-BA2E-DC49C5DAC051}" type="datetimeFigureOut">
              <a:rPr lang="en-US" smtClean="0"/>
              <a:t>4/24/26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B61B09-2C95-5998-DF7A-8C150DE3E8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8AF5E7-071E-FA83-D7AA-17F44496D3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88F7D-86FB-6C4C-A8B5-DAB2B58C8D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75178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C0787A-4B9C-0314-00F9-A8EACEA294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7B652D8-934C-3288-D2B5-750F28BFEBF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06BA67-0B16-9052-69DD-1CF246D2C5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6DDADD-DB1C-F747-02D3-CE1E8E8C8C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2164D-1738-A843-BA2E-DC49C5DAC051}" type="datetimeFigureOut">
              <a:rPr lang="en-US" smtClean="0"/>
              <a:t>4/24/26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7E1E20-2180-9273-2A5B-4D9B1A2F35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3A3346-EF58-8E53-BD1E-CB593C0D68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88F7D-86FB-6C4C-A8B5-DAB2B58C8D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81727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1CF17A-9520-3E4B-D920-6CE515F4BF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2DACB25-8C62-464A-AD1A-82058AF10E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CC1BDB-FADD-F90F-69E2-81FA7F7FC8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2164D-1738-A843-BA2E-DC49C5DAC051}" type="datetimeFigureOut">
              <a:rPr lang="en-US" smtClean="0"/>
              <a:t>4/24/26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D47E1E-337A-C8CB-2DF5-BAFD2C27B7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4B8572-4A6C-F2EC-52DA-DBB93E140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88F7D-86FB-6C4C-A8B5-DAB2B58C8D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06598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3BBFB87-6E93-5BD3-F799-82B61881966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13E669-5088-7B81-351E-F860538F29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4E9EBD-C161-83E0-07B1-15C01C28B9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2164D-1738-A843-BA2E-DC49C5DAC051}" type="datetimeFigureOut">
              <a:rPr lang="en-US" smtClean="0"/>
              <a:t>4/24/26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911353-1F47-78B7-EA50-643A83577B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2D17AE-E6EA-2FF4-08EF-2320314811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88F7D-86FB-6C4C-A8B5-DAB2B58C8D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96115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F06C8EB-1120-8543-927F-12093C36E7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5E3638-7C9F-4249-3B42-D1F100AA9A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63E31A-0482-8805-604D-7C9830ACD65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7B2164D-1738-A843-BA2E-DC49C5DAC051}" type="datetimeFigureOut">
              <a:rPr lang="en-US" smtClean="0"/>
              <a:t>4/24/26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8BB8D8-BB2D-22AF-8CBC-DCA31AF3B8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91F129-47E2-2CDC-1B97-E1A1B013F3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2C88F7D-86FB-6C4C-A8B5-DAB2B58C8D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64448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A34F9-4C88-29E3-036C-15A4782FC6F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Week 4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F8D89D-0A27-0158-E5F5-89BBC8E675C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14263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6DD34C-8025-E8AC-2E81-6AC74E5B63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5 HMMs used to search protein database</a:t>
            </a:r>
          </a:p>
        </p:txBody>
      </p:sp>
      <p:pic>
        <p:nvPicPr>
          <p:cNvPr id="5" name="Content Placeholder 4" descr="A screenshot of a computer&#10;&#10;Description automatically generated">
            <a:extLst>
              <a:ext uri="{FF2B5EF4-FFF2-40B4-BE49-F238E27FC236}">
                <a16:creationId xmlns:a16="http://schemas.microsoft.com/office/drawing/2014/main" id="{5E7DC4BB-2FA7-AE35-4E0C-6CADB06B062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772" y="1690688"/>
            <a:ext cx="5404752" cy="3388926"/>
          </a:xfrm>
        </p:spPr>
      </p:pic>
      <p:pic>
        <p:nvPicPr>
          <p:cNvPr id="7" name="Picture 6" descr="A screenshot of a computer&#10;&#10;Description automatically generated">
            <a:extLst>
              <a:ext uri="{FF2B5EF4-FFF2-40B4-BE49-F238E27FC236}">
                <a16:creationId xmlns:a16="http://schemas.microsoft.com/office/drawing/2014/main" id="{C72B08B0-6EFD-D539-01AC-7DAEE34910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4724" y="1888643"/>
            <a:ext cx="6047228" cy="2993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88234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BC9286-6054-DB0E-C069-1AF10548C4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Phylogenies of seqs ion the database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F94D2D-8711-FACD-326F-D9DD2E2FA9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Constructed full phylogeny. </a:t>
            </a:r>
          </a:p>
          <a:p>
            <a:r>
              <a:rPr lang="en-US" dirty="0"/>
              <a:t>Phylogeny of seqs identified by each HMMs phylogeny </a:t>
            </a:r>
            <a:r>
              <a:rPr lang="en-US" dirty="0" err="1"/>
              <a:t>coloured</a:t>
            </a:r>
            <a:r>
              <a:rPr lang="en-US" dirty="0"/>
              <a:t> by representation of seqs in the mapped groups</a:t>
            </a:r>
          </a:p>
        </p:txBody>
      </p:sp>
    </p:spTree>
    <p:extLst>
      <p:ext uri="{BB962C8B-B14F-4D97-AF65-F5344CB8AC3E}">
        <p14:creationId xmlns:p14="http://schemas.microsoft.com/office/powerpoint/2010/main" val="31982888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E1EBFE-DE8C-B7AD-4FAA-E866E917A7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 today and weekend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22821D-D6A9-B326-46E8-9820FDDDDB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Look at how to implement seqopt2 and TOMER on identified seqs.</a:t>
            </a:r>
          </a:p>
          <a:p>
            <a:r>
              <a:rPr lang="en-US" dirty="0"/>
              <a:t>Identify the loops in all the seqs using regex/fuzzy string match. To add to </a:t>
            </a:r>
            <a:r>
              <a:rPr lang="en-US"/>
              <a:t>scoring system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51053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71</Words>
  <Application>Microsoft Macintosh PowerPoint</Application>
  <PresentationFormat>Widescreen</PresentationFormat>
  <Paragraphs>9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Week 4</vt:lpstr>
      <vt:lpstr>5 HMMs used to search protein database</vt:lpstr>
      <vt:lpstr>Phylogenies of seqs ion the database</vt:lpstr>
      <vt:lpstr>For today and weekend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Maria Elisabete Duarte</dc:creator>
  <cp:lastModifiedBy>Maria Elisabete Duarte</cp:lastModifiedBy>
  <cp:revision>2</cp:revision>
  <dcterms:created xsi:type="dcterms:W3CDTF">2026-04-10T11:49:43Z</dcterms:created>
  <dcterms:modified xsi:type="dcterms:W3CDTF">2026-04-24T13:06:57Z</dcterms:modified>
</cp:coreProperties>
</file>