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DBAF-2566-7BD2-EAED-91CF85CAE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9CE87-9654-57F6-D909-FB81EDD01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1EF-F401-9B75-FAF0-61CC0B8A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D0F0D-0D08-0667-4FAB-250B9EAA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29EC-BA46-91FA-9B31-C6E3FC7D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438C-B163-6673-5ED8-384919F7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A2AF6-2612-9282-B475-02E46439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253BA-F1DC-C749-27A6-CC4B15ED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BB6C7-EB80-7F82-AFA9-5AA63D9E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016D2-226D-AD29-7DBB-ABCBB6E7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8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F531-1456-C742-3F4C-EFC20B3A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97216-5800-7E69-A209-7E11F6F10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3E29E-64CC-B22F-0009-E5893300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C7452-EE6D-501D-0B58-E972AADA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90A80-7F5A-1F10-1D93-E7C51F4C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4C39-D3AC-5134-45BB-ACA498D6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B60CD-318B-2FF7-8BFE-6A9E4A5EB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292D8-DAFD-D63C-B029-A613D91B8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48CC9-7131-352D-3D79-AFA50B1C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F3443-724E-75A1-366A-F1BAD13D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E85EB-4AE0-9197-25BB-A703767A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BF6C-0E91-2528-5C89-3FD60A13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47037-0115-0A47-E9A3-AD97569E8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92D88-4875-4B42-AC6C-480219BCB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66C09-88A8-281D-1FEF-198D1B09D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0FA60-7A58-8F38-19A4-1A24F6D7F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3581A-A036-3048-E1B0-A31FD09C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3BCFD-6DA1-4F89-964C-8CF83220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A2110-A2C2-12D1-9D1F-6789CB68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0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57E4-D74E-5E35-52C0-19CD9B62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7DDB1-7E63-C72E-BD66-96338E72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71E9B-38EB-0290-79DD-1BE4A05C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FC86B-677C-2224-54D0-62AC959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3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DEDBB-F284-4409-88B5-D9C15A7C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C8DF0-6915-E2DD-6CC1-2874309B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F4D4E-27A4-1F6A-9F70-1DF83EA5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9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029E-9684-885B-12B8-7F6172BD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4A48-27A4-A5C5-3E70-12A3CD0EC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A8FA6-EF77-E9D5-82DB-2DFD53DF3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927EF-C847-9118-DC68-21BE6AF0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4F470-09BF-1500-01C2-E4C0ECA6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FE1C1-EA92-64C6-EC91-560E1C6D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7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C673-9FB5-A81B-057C-E887C3BE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4DBE9-92B4-9D93-77D2-395537CF5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2C9B-33AE-FCEC-45E4-DAACE6CD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C59EA-21A6-4575-CD0B-53BC8219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E0B2B-C6AE-BD4D-B5B6-2EAC6F136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CDA9D-534D-4DD6-F213-D0FEC606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3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C16-5DCD-3185-F722-D953BE8D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126EA-F81F-CC87-BEFF-79CEB886A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62ADE-57CE-650E-7355-BDC4A827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A545-ACF3-8203-63AF-83822099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5D75B-E3C8-CA52-56F8-659E2F2B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6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6ECA9-5B90-6903-524F-2BE085C25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23237-942A-7839-93B2-2FDAA2B01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F8A7E-95CB-2696-12D8-13B5262B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387DE-1BBC-20DF-0E23-ADF32BB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DB9D-471B-D1B8-B100-ECA90353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6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14EAA-29C6-37E0-FD0E-45F79A5C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FF7D5-7E21-63C7-3BBF-7ABC527EF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F150-0C77-57B2-15A3-D2189C632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70C1E-7D6B-CB44-AC92-4550B30548D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EE666-E069-0954-0B7A-7A422FCD3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1F5B-359C-7AF7-7340-EBCD32B67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38508-7D9B-2242-816B-0D0057EA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1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05D9-EB0E-8297-6E8A-E30BC46C09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9B698-284C-189C-7306-BA6DB73C6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0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95B1-CB1C-9663-36D7-490EE6F3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5A82E-FEA3-9812-C2E6-247133C7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Sandboxed seq2topt. Performs poorly on cold adapted proteins, due to lack of psychrophiles in training data.</a:t>
            </a:r>
          </a:p>
          <a:p>
            <a:r>
              <a:rPr lang="en-US" dirty="0"/>
              <a:t>Found another potential tool online, however replicating their </a:t>
            </a:r>
            <a:r>
              <a:rPr lang="en-US" dirty="0" err="1"/>
              <a:t>metholodogy</a:t>
            </a:r>
            <a:r>
              <a:rPr lang="en-US" dirty="0"/>
              <a:t> is complicated.</a:t>
            </a:r>
          </a:p>
          <a:p>
            <a:r>
              <a:rPr lang="en-US" dirty="0"/>
              <a:t>Potentially build my own model, however should look to include data specifically from cold adapted proteins</a:t>
            </a:r>
          </a:p>
        </p:txBody>
      </p:sp>
    </p:spTree>
    <p:extLst>
      <p:ext uri="{BB962C8B-B14F-4D97-AF65-F5344CB8AC3E}">
        <p14:creationId xmlns:p14="http://schemas.microsoft.com/office/powerpoint/2010/main" val="378863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E395-E23A-1781-B1C9-0D35576C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AC210-AB2F-3797-D924-40B04A07E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Walker A and Walker B added to the scoring system. Regex of the motif used to scan database. </a:t>
            </a:r>
          </a:p>
          <a:p>
            <a:r>
              <a:rPr lang="en-US" dirty="0"/>
              <a:t>In the process od adding </a:t>
            </a:r>
            <a:r>
              <a:rPr lang="en-US" dirty="0" err="1"/>
              <a:t>dna</a:t>
            </a:r>
            <a:r>
              <a:rPr lang="en-US" dirty="0"/>
              <a:t> binding loops</a:t>
            </a:r>
          </a:p>
        </p:txBody>
      </p:sp>
    </p:spTree>
    <p:extLst>
      <p:ext uri="{BB962C8B-B14F-4D97-AF65-F5344CB8AC3E}">
        <p14:creationId xmlns:p14="http://schemas.microsoft.com/office/powerpoint/2010/main" val="399656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9711-26C5-C0BE-46AF-24FA60A8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8408B6E-46B3-9D37-865B-EBC384BC0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083" y="1825625"/>
            <a:ext cx="6087834" cy="4351338"/>
          </a:xfrm>
        </p:spPr>
      </p:pic>
    </p:spTree>
    <p:extLst>
      <p:ext uri="{BB962C8B-B14F-4D97-AF65-F5344CB8AC3E}">
        <p14:creationId xmlns:p14="http://schemas.microsoft.com/office/powerpoint/2010/main" val="119202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0790-F3F1-44DB-C2EE-05FF42C4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9D643A-6B18-5C51-81E3-BAB18DE98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Alignments of best scoring accessions. Plot phylogenies to identify closest seqs to </a:t>
            </a:r>
          </a:p>
        </p:txBody>
      </p:sp>
    </p:spTree>
    <p:extLst>
      <p:ext uri="{BB962C8B-B14F-4D97-AF65-F5344CB8AC3E}">
        <p14:creationId xmlns:p14="http://schemas.microsoft.com/office/powerpoint/2010/main" val="326196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</Words>
  <Application>Microsoft Macintosh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WEEK 5</vt:lpstr>
      <vt:lpstr>Thermal prediction</vt:lpstr>
      <vt:lpstr>String matches</vt:lpstr>
      <vt:lpstr>Distance matrix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Elisabete Duarte</dc:creator>
  <cp:lastModifiedBy>Maria Elisabete Duarte</cp:lastModifiedBy>
  <cp:revision>2</cp:revision>
  <dcterms:created xsi:type="dcterms:W3CDTF">2026-04-17T08:45:46Z</dcterms:created>
  <dcterms:modified xsi:type="dcterms:W3CDTF">2026-04-24T12:34:24Z</dcterms:modified>
</cp:coreProperties>
</file>